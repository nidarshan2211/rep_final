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MACHINE LEARNING LEAK 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End-to-End Architecture: Monthly Telemetry Normalization, LightGBM Quantile Regression &amp; Continuous Risk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1005840" cy="29260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240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Data Ingestion &amp; Normalization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468880"/>
            <a:ext cx="2240280" cy="13716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• Monthly Meter Reading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Entered in kL per billing cycle (e.g. 48.5 kL)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27248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• Cycle Day Normalization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daily_usage = total_kL / days_in_cycle (30/31d)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• Household Demographics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Tenant count, BHK unit type, floor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61104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• Away Days Deduction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Active occupancy days adjusted for vacations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417320"/>
            <a:ext cx="25146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2736" y="1554480"/>
            <a:ext cx="1005840" cy="292608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1920240"/>
            <a:ext cx="2240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21-D Feature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2736" y="2468880"/>
            <a:ext cx="2240280" cy="13716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560320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• Temporal Lags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lag_1, lag_2, lag_3 (past 3 cycles daily consumption)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3127248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• Rolling Stats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6-month rolling mean, median, standard deviation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694176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• Trend Slope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Linear regression trajectory across previous cycles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4261104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• Seasonality &amp; Peers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Cyclical sin/cos(month) + Building BHK peer median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417320"/>
            <a:ext cx="25146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6792" y="1554480"/>
            <a:ext cx="1005840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1920240"/>
            <a:ext cx="2240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Quantile Regression (ML)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792" y="2468880"/>
            <a:ext cx="2240280" cy="13716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2560320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Algorithm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LightGBM Quantile Regressors (Pinball Loss)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127248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Q10 (Lower Bound)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Conservative minimum expected baseline 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694176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Q50 (Median Baseline)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Most probable expected normal monthly volume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261104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Q95 (Upper Ceiling)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Statistical threshold; exceedance triggers leak 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33688" y="1417320"/>
            <a:ext cx="25146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70848" y="1554480"/>
            <a:ext cx="1005840" cy="29260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1920240"/>
            <a:ext cx="2240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Risk Scoring &amp; Diagnostics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70848" y="2468880"/>
            <a:ext cx="2240280" cy="13716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2560320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• Continuous Risk Score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Scaled 0.0 to 1.0 (displayed as 0% to 100% in UI)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3127248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• Status Classification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NORMAL (&lt;40%), WATCH (40-69%), POTENTIAL_LEAK (&gt;=70%)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3694176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• Pattern Detection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SUDDEN_SPIKE, GRADUAL_DRIFT, STEP_CHANGE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4261104"/>
            <a:ext cx="22402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• Explainable Diagnosis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Plain English reason + Extra Cost (₹) + Feedback loop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166360"/>
            <a:ext cx="10728655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03520"/>
            <a:ext cx="10362895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LIVE SYSTEM CASE STUDY: RESIDENT MICHAEL SCOTT (APT 4B)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1. Input: Monthly meter logged 48.50 kL for October 2026 (Past baseline: 14.5–15.0 kL/month for 4 residents).</a:t>
            </a:r>
            <a:br/>
            <a:r>
              <a:t>2. ML Inference: LightGBM predicted expected bounds: Q10 = 13.0 kL | Q50 = 14.8 kL | Q95 = 16.8 kL upper threshold.</a:t>
            </a:r>
            <a:br/>
            <a:r>
              <a:t>3. Anomaly Decision: 48.50 kL is 3.2x baseline (exceeds Q95 ceiling) -&gt; Risk Score = 0.96 (96% High Risk).</a:t>
            </a:r>
            <a:br/>
            <a:r>
              <a:t>4. UI Attribution: Status = POTENTIAL_LEAK | Pattern = SUDDEN_SPIKE | Estimated Extra Cost = ₹2,457 | Feedback = Unacknowledged.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