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Explainable Alerts: Reason Codes &amp;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Residents see why an alert fired, not just that it fired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SEVERITY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594360"/>
            <a:ext cx="86868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9952" y="594360"/>
            <a:ext cx="86868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01784" y="594360"/>
            <a:ext cx="8686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43616" y="594360"/>
            <a:ext cx="868680" cy="502920"/>
          </a:xfrm>
          <a:prstGeom prst="round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30368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536192"/>
            <a:ext cx="422452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Segoe UI"/>
              </a:defRPr>
            </a:pPr>
            <a:r>
              <a:t>ABNORMAL_SPIKE_FOR_HOUSEHOLD_SIZE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Usage far above what the declared household size explains (e.g. 48.5 kL vs 16.8 kL upper ceiling threshold for 4 members).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371600"/>
            <a:ext cx="5230368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9944" y="1600200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1536192"/>
            <a:ext cx="422452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"/>
              </a:defRPr>
            </a:pPr>
            <a:r>
              <a:t>UNEXPLAINED_AWAY_CONSUMPTION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Significant water consumption detected while flat occupancy is marked as vacant or resident logged an active vacation period.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10728655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ropped_Resident_Dashboard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15184"/>
            <a:ext cx="10618927" cy="36393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AQATRAC | Web-Based Water Billing &amp; Leak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Leak Diagnostics: Risk Assessment &amp; Feedback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Residents inspect calibrated risk bands, estimated extra costs, and log feedback for AI model retraining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Resident_Diagnostic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10618927" cy="4782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AQATRAC | Web-Based Water Billing &amp; Leak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